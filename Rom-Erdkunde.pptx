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45" dt="2026-09-24T07:06:38.152"/>
    <p1510:client id="{BF6B9636-6168-062D-D673-1CF9661A7EFD}" v="2" dt="2026-09-24T07:03:59.464"/>
    <p1510:client id="{D412C312-2BE3-5A3B-9832-BC4E70AD4E17}" v="100" dt="2026-09-24T06:45:17.5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054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009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948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55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233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693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387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356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764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219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406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744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61D840-6E02-9279-74F6-45285B04B2A0}"/>
              </a:ext>
            </a:extLst>
          </p:cNvPr>
          <p:cNvSpPr txBox="1"/>
          <p:nvPr/>
        </p:nvSpPr>
        <p:spPr>
          <a:xfrm>
            <a:off x="521208" y="978408"/>
            <a:ext cx="3397649" cy="330376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800" b="1">
                <a:latin typeface="+mj-lt"/>
                <a:ea typeface="+mj-ea"/>
                <a:cs typeface="+mj-cs"/>
              </a:rPr>
              <a:t>Das antike Rom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2A19FE-C036-375D-E6AC-2FA1D9B1559A}"/>
              </a:ext>
            </a:extLst>
          </p:cNvPr>
          <p:cNvSpPr txBox="1"/>
          <p:nvPr/>
        </p:nvSpPr>
        <p:spPr>
          <a:xfrm>
            <a:off x="521208" y="4354633"/>
            <a:ext cx="3397649" cy="170653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Eine Stunde zum antiken Rom von Daniel, Niko, David, Fritz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F40C38-DC7B-6B5D-8DFD-B3458F30B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59" y="965741"/>
            <a:ext cx="7081720" cy="538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499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863A8-7D14-685B-2F65-36B3AFF5B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59680" cy="944880"/>
          </a:xfrm>
        </p:spPr>
        <p:txBody>
          <a:bodyPr>
            <a:normAutofit/>
          </a:bodyPr>
          <a:lstStyle/>
          <a:p>
            <a:r>
              <a:rPr lang="en-US"/>
              <a:t>Aufbau der </a:t>
            </a:r>
            <a:r>
              <a:rPr lang="en-US" err="1"/>
              <a:t>Stunde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FC84BB-D29C-326F-81D1-DA89AE751EC0}"/>
              </a:ext>
            </a:extLst>
          </p:cNvPr>
          <p:cNvSpPr txBox="1"/>
          <p:nvPr/>
        </p:nvSpPr>
        <p:spPr>
          <a:xfrm>
            <a:off x="644041" y="1862121"/>
            <a:ext cx="984264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l">
              <a:buAutoNum type="arabicPeriod"/>
            </a:pPr>
            <a:r>
              <a:rPr lang="en-US" err="1"/>
              <a:t>Einstieg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D33BD7-2CFF-FD06-70EB-D71E4B1B9F5A}"/>
              </a:ext>
            </a:extLst>
          </p:cNvPr>
          <p:cNvSpPr txBox="1"/>
          <p:nvPr/>
        </p:nvSpPr>
        <p:spPr>
          <a:xfrm>
            <a:off x="644289" y="2357357"/>
            <a:ext cx="912859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2.  </a:t>
            </a:r>
            <a:r>
              <a:rPr lang="en-US" err="1"/>
              <a:t>Orientierung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DC3E67-647B-94C6-8635-497A15D8B3E7}"/>
              </a:ext>
            </a:extLst>
          </p:cNvPr>
          <p:cNvSpPr txBox="1"/>
          <p:nvPr/>
        </p:nvSpPr>
        <p:spPr>
          <a:xfrm>
            <a:off x="644041" y="2772181"/>
            <a:ext cx="607639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3.  </a:t>
            </a:r>
            <a:r>
              <a:rPr lang="en-US" err="1"/>
              <a:t>Einstieg</a:t>
            </a:r>
            <a:r>
              <a:rPr lang="en-US"/>
              <a:t> ins Material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68C167-CD60-CBC6-D495-5263D625304A}"/>
              </a:ext>
            </a:extLst>
          </p:cNvPr>
          <p:cNvSpPr txBox="1"/>
          <p:nvPr/>
        </p:nvSpPr>
        <p:spPr>
          <a:xfrm>
            <a:off x="649245" y="3135336"/>
            <a:ext cx="408826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4. </a:t>
            </a:r>
            <a:r>
              <a:rPr lang="en-US" err="1"/>
              <a:t>Arbeitsphase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6E5DB9-835E-1969-4C6F-4BBCFCD6AE6B}"/>
              </a:ext>
            </a:extLst>
          </p:cNvPr>
          <p:cNvSpPr txBox="1"/>
          <p:nvPr/>
        </p:nvSpPr>
        <p:spPr>
          <a:xfrm>
            <a:off x="700045" y="3486227"/>
            <a:ext cx="394825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5. Besprechung</a:t>
            </a:r>
          </a:p>
        </p:txBody>
      </p:sp>
    </p:spTree>
    <p:extLst>
      <p:ext uri="{BB962C8B-B14F-4D97-AF65-F5344CB8AC3E}">
        <p14:creationId xmlns:p14="http://schemas.microsoft.com/office/powerpoint/2010/main" val="837141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72685-B7F7-E0D9-5786-FA43C7724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F8FCB-DE93-3C1B-1EE8-DF2B4A0E8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961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35284-8F98-FD8E-A13F-976DC7C2A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2BE13-FF04-0B9C-EC0C-D1D254DF4B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974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GestaltVTI</vt:lpstr>
      <vt:lpstr>PowerPoint Presentation</vt:lpstr>
      <vt:lpstr>Aufbau der Stunde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</cp:revision>
  <dcterms:created xsi:type="dcterms:W3CDTF">2026-09-24T06:41:52Z</dcterms:created>
  <dcterms:modified xsi:type="dcterms:W3CDTF">2026-09-24T07:06:41Z</dcterms:modified>
</cp:coreProperties>
</file>